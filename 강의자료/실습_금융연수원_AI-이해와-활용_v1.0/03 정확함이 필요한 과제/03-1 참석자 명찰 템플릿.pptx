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C49B91-DF04-E9AC-8EE4-8E5256613F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2676F7-FDEA-0EF6-1861-0F5CD6C861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30FCD0-4294-7452-A1D0-557C39635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B4E1D-412C-486B-9872-2F6511B19E7F}" type="datetimeFigureOut">
              <a:rPr lang="ko-KR" altLang="en-US" smtClean="0"/>
              <a:t>2025-02-28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27A34C-7799-DDD4-827E-B825EBF12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5AA0EB-F135-341D-9926-9BEF1459D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396C1-8BBF-4E0F-9376-9BCA97297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831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87CB-CDE0-2C37-5FFF-899294BD0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E0A785-1618-74F3-1FC2-0272C15CF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D990C3-AF46-55D6-F423-D8E72478A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B4E1D-412C-486B-9872-2F6511B19E7F}" type="datetimeFigureOut">
              <a:rPr lang="ko-KR" altLang="en-US" smtClean="0"/>
              <a:t>2025-02-28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BC637E-1CB2-3926-6C13-BA3D69FFA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0E5203-DD03-D0C7-7F5E-8A6086A49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396C1-8BBF-4E0F-9376-9BCA97297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451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DB508D-1D57-DBE8-BD81-A4DC147E4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8270B8-7DEC-AAFE-9DE8-5992632E8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F6751B-D2C3-D0E5-7598-9322AA753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B4E1D-412C-486B-9872-2F6511B19E7F}" type="datetimeFigureOut">
              <a:rPr lang="ko-KR" altLang="en-US" smtClean="0"/>
              <a:t>2025-02-28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978F0B-D335-AA20-B742-8E35E8480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B6820F-C5C1-9539-809C-1A99C9B03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396C1-8BBF-4E0F-9376-9BCA97297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1709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3D0085-B439-33D5-95B4-0ADC5CD02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227E9A-B6FE-EC82-0ED8-C65AEF4B0B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49A857C-D8E5-296B-5D8A-77B05B403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60AB47-86D1-CDD5-664B-30D5292EA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B4E1D-412C-486B-9872-2F6511B19E7F}" type="datetimeFigureOut">
              <a:rPr lang="ko-KR" altLang="en-US" smtClean="0"/>
              <a:t>2025-02-28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796D4E-FE56-043E-8570-0FF272797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858047-357D-0EE0-EFA2-F2ADDE823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396C1-8BBF-4E0F-9376-9BCA97297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124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F08D27-8758-A3BC-CCBA-7834CB842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F1AD9D-5EB3-920E-EB41-5F174B7C8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31018E8-1015-697D-A2AE-345D63046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C4820BA-782F-890E-3A3B-430C33D45B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BC9A8D5-5BE7-6FF8-A3A8-BF36BB00C2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E66AFF2-F711-A4A0-18DC-5EA0F9861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B4E1D-412C-486B-9872-2F6511B19E7F}" type="datetimeFigureOut">
              <a:rPr lang="ko-KR" altLang="en-US" smtClean="0"/>
              <a:t>2025-02-28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05EF732-0E93-90C7-3C13-81C049837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F6F51A9-C555-03CF-A6E1-FF56CB51B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396C1-8BBF-4E0F-9376-9BCA97297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747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81610B-D76D-8E14-3DA7-43396524A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AAF11CE-0DCA-E015-99EE-EEBD58734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B4E1D-412C-486B-9872-2F6511B19E7F}" type="datetimeFigureOut">
              <a:rPr lang="ko-KR" altLang="en-US" smtClean="0"/>
              <a:t>2025-02-28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7559B4-3748-CCF7-6DDB-5AAE53D2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A25584-FC12-59A9-AC06-99479B382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396C1-8BBF-4E0F-9376-9BCA97297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467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E0021B1-5624-D20B-E85C-F8F529C20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B4E1D-412C-486B-9872-2F6511B19E7F}" type="datetimeFigureOut">
              <a:rPr lang="ko-KR" altLang="en-US" smtClean="0"/>
              <a:t>2025-02-28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F655C82-D5AF-6510-F35C-B00492FDD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83F389-62B8-80A9-CAA0-3D091A841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396C1-8BBF-4E0F-9376-9BCA97297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974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B429E0-165B-7174-4E8A-B108A1349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BCA9FA-BE72-1776-DEA0-2A4DF61CB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20FE8AD-1B3E-05A7-7BE3-7779266257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35212C1-F5C1-1B30-996C-AE1E3D431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B4E1D-412C-486B-9872-2F6511B19E7F}" type="datetimeFigureOut">
              <a:rPr lang="ko-KR" altLang="en-US" smtClean="0"/>
              <a:t>2025-02-28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DF60C9-BB43-97DE-8C31-1B7569B9F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29827D-2E2C-E59B-3ECA-CEAC1505E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396C1-8BBF-4E0F-9376-9BCA97297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8424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22B09F-DC4B-C309-2A26-75454184B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5F859C9-2B02-1E38-60E7-65BE745F59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F01379-6F13-6213-133D-023AE80B6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E0F54C-A9A7-79F1-3EEB-2C17AD603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B4E1D-412C-486B-9872-2F6511B19E7F}" type="datetimeFigureOut">
              <a:rPr lang="ko-KR" altLang="en-US" smtClean="0"/>
              <a:t>2025-02-28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D44BEA-8782-338B-DCEA-E1928AF51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A20D2F-96D0-90C9-6872-BF2156443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396C1-8BBF-4E0F-9376-9BCA97297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419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642A4C-0D22-A732-8C57-8443F3B8F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855B23-F0B3-553A-BA88-84695F44EA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ED17F1-DEA8-A6CC-0076-61EED04C7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B4E1D-412C-486B-9872-2F6511B19E7F}" type="datetimeFigureOut">
              <a:rPr lang="ko-KR" altLang="en-US" smtClean="0"/>
              <a:t>2025-02-28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C012BC-B971-1E2F-4B12-E35239F93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9D9428-E5B4-D2E4-D38D-211961858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396C1-8BBF-4E0F-9376-9BCA97297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713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E75132D-07F3-0868-24F9-12790D5ABD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B132048-8B56-7CD3-BD6D-4D7996710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F799F9-F0BE-CCCD-78FF-1B103FEE2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B4E1D-412C-486B-9872-2F6511B19E7F}" type="datetimeFigureOut">
              <a:rPr lang="ko-KR" altLang="en-US" smtClean="0"/>
              <a:t>2025-02-28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51DAE3-B4C0-28CB-D790-917333EF3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61E12A-F7C8-0797-C032-2E5B2115C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396C1-8BBF-4E0F-9376-9BCA97297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2314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4EF55C0-CE56-C63A-3E49-552D28A78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47C009-AAF7-292A-9C8E-F2E362035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DE936A-944F-2B16-6267-E58E1B1655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8B4E1D-412C-486B-9872-2F6511B19E7F}" type="datetimeFigureOut">
              <a:rPr lang="ko-KR" altLang="en-US" smtClean="0"/>
              <a:t>2025-02-28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0B00E8-5389-F2FB-9516-4D3945FBA7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2AE8D1-13FE-6407-C247-07B6699573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7396C1-8BBF-4E0F-9376-9BCA97297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973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C65BC6-1F12-3617-C34F-1F81CABA6119}"/>
              </a:ext>
            </a:extLst>
          </p:cNvPr>
          <p:cNvSpPr txBox="1"/>
          <p:nvPr/>
        </p:nvSpPr>
        <p:spPr>
          <a:xfrm>
            <a:off x="2708032" y="2558559"/>
            <a:ext cx="69723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600" b="1">
                <a:latin typeface="+mj-lt"/>
              </a:rPr>
              <a:t>이름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3F8CC1-9FC2-202F-0E96-771C2FA7220B}"/>
              </a:ext>
            </a:extLst>
          </p:cNvPr>
          <p:cNvSpPr txBox="1"/>
          <p:nvPr/>
        </p:nvSpPr>
        <p:spPr>
          <a:xfrm>
            <a:off x="2708032" y="1506415"/>
            <a:ext cx="6972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>
                <a:latin typeface="+mj-lt"/>
              </a:rPr>
              <a:t>부서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18B7CBB-E128-223E-EB55-23DFB687281C}"/>
              </a:ext>
            </a:extLst>
          </p:cNvPr>
          <p:cNvCxnSpPr/>
          <p:nvPr/>
        </p:nvCxnSpPr>
        <p:spPr>
          <a:xfrm>
            <a:off x="2224454" y="2338755"/>
            <a:ext cx="821201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8893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최정아</dc:creator>
  <cp:lastModifiedBy>최정아</cp:lastModifiedBy>
  <cp:revision>1</cp:revision>
  <dcterms:created xsi:type="dcterms:W3CDTF">2025-02-27T21:37:29Z</dcterms:created>
  <dcterms:modified xsi:type="dcterms:W3CDTF">2025-02-27T21:39:30Z</dcterms:modified>
</cp:coreProperties>
</file>